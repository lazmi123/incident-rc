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incident-status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KEY: INC-001</a:t>
            </a:r>
          </a:p>
          <a:p>
            <a:r>
              <a:t>TEMPLATE_SOURCE: incident-status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Incident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the incident 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{{status}}</a:t>
            </a:r>
          </a:p>
          <a:p>
            <a:r>
              <a:t>Owner: {{owner}}</a:t>
            </a:r>
          </a:p>
          <a:p>
            <a:r>
              <a:t>Impact: {{impact}}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INC-001: Checkout latency spike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Investigating</a:t>
            </a:r>
          </a:p>
          <a:p>
            <a:r>
              <a:t>Owner: Priya</a:t>
            </a:r>
          </a:p>
          <a:p>
            <a:r>
              <a:t>Impact: 5% of checkouts delayed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